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684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MODULE · PROJECT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Drowsiness Detection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05840" y="2834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Three-Tier Fog &amp; Cloud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05840" y="420624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435254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(Vision)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420624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4352544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420624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13248" y="435254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  on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Elastic Beanstalk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Fog &amp; Edge Computing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close to the source, cloud only for what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6616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sensor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born here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mics, phones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limited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= milliseconds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691640"/>
            <a:ext cx="356616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Fog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sensor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node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Classifies, filters, fuses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only results onward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bandwidth dramatically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691640"/>
            <a:ext cx="3566160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the sensor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31089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dashboards, APIs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horizontally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globally accessible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latency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video is large and private — classified events (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“DROWSY”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are tiny and safe. Do the heavy work near the source.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Project — 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driver drowsiness detection system that satisfies every requirement in the brief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91440" cy="4663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 requirements — all met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328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sensor types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temperature, humidity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06324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358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frequency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 / 1 Hz / 1 Hz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5661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387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dispatch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s / 5 s / 5 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06908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0416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node processes data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6616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EAR, MAR, head pose + fusion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45720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5445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web service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Gunicorn, autoscaling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507492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04748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dashboard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66160" y="4983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Chart.js, polls every 1.5 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8680" y="557784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5504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234440" y="5486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deployment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66160" y="5486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Elastic Beanstalk (EU-West-1)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691640"/>
            <a:ext cx="5486400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691640"/>
            <a:ext cx="91440" cy="4663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 streams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6537960" y="2514600"/>
            <a:ext cx="4846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37960" y="2514600"/>
            <a:ext cx="91440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0" y="2587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(Vision)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6656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+ OpenCV + MediaPipe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 </a:t>
            </a: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Dispatch  </a:t>
            </a: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37960" y="3749040"/>
            <a:ext cx="4846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37960" y="3749040"/>
            <a:ext cx="91440" cy="11430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7665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cabin °C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6656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 </a:t>
            </a: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Hz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Dispatch  </a:t>
            </a: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37960" y="4983480"/>
            <a:ext cx="4846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37960" y="4983480"/>
            <a:ext cx="9144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5056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766560" y="5394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cabin 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66560" y="5715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 </a:t>
            </a: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Hz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Dispatch  </a:t>
            </a: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independently-configurable sensors · one fog node · one cloud backend</a:t>
            </a:r>
            <a:endParaRPr lang="en-US" sz="1400" dirty="0"/>
          </a:p>
        </p:txBody>
      </p:sp>
      <p:pic>
        <p:nvPicPr>
          <p:cNvPr id="4" name="Image 0" descr="/home/claude/ppt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920" y="1600200"/>
            <a:ext cx="861568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 for each tier · minimal coupling · cloud-friendly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MediaPipe Face Mesh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468-point face landmarks on CPU at interactive rates. No custom ML model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61188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691640"/>
            <a:ext cx="73152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20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9202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 + MAR + Head pose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classifier: EAR &lt; 0.22 for 15 frames = eyes closed. MAR &gt; 0.6 = yawn.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61188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691640"/>
            <a:ext cx="73152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9202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9202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 HTTP dispatcher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queue + background worker. Webcam never blocks on network.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61188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160520"/>
            <a:ext cx="73152" cy="22860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3891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3891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800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+ Gunicorn + SQLite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2960" y="53492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clean web service. Four JSON endpoints serve sensors and dashboard.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4160520"/>
            <a:ext cx="361188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4160520"/>
            <a:ext cx="73152" cy="22860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43891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3891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4800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Beanstalk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572000" y="53492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EC2, load balancer, autoscaling and CloudWatch — one eb deploy command.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46720" y="4160520"/>
            <a:ext cx="361188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0" y="4160520"/>
            <a:ext cx="73152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438912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43891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21040" y="4800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Chart.js live dashboard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321040" y="53492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EAR, MAR, temperature and humidity charts. Polls every 1.5 s for near-live view.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Reflection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AWS · sensors streaming · dashboard responsive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118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8288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2s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343400" y="2697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691640"/>
            <a:ext cx="36118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8288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138160" y="2697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learnings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computing is real engineering, not marketing — sending JSON instead of raw video changes the architecture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 abstracts away EC2, load balancers and autoscaling — one command deploys everything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of concerns (sensor/fog/cloud) makes swapping components (e.g. SQLite → DynamoDB) easy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hygiene matters — dedicated IAM user, .gitignore for venv and secrets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demo:  </a:t>
            </a: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drowsiness-env.eba-nnmq8rw3.eu-west-1.elasticbeanstalk.com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545</Words>
  <Application>Microsoft Office PowerPoint</Application>
  <PresentationFormat>Widescreen</PresentationFormat>
  <Paragraphs>110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Drowsiness Detection — Fog &amp; Cloud</dc:title>
  <dc:subject>fog &amp; edge Presentation</dc:subject>
  <dc:creator>Raushan</dc:creator>
  <cp:lastModifiedBy>Raushan kumar</cp:lastModifiedBy>
  <cp:revision>3</cp:revision>
  <dcterms:created xsi:type="dcterms:W3CDTF">2026-04-17T04:23:33Z</dcterms:created>
  <dcterms:modified xsi:type="dcterms:W3CDTF">2026-04-17T11:22:38Z</dcterms:modified>
</cp:coreProperties>
</file>